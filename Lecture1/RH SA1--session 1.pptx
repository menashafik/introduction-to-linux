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6" r:id="rId7"/>
    <p:sldId id="265" r:id="rId8"/>
    <p:sldId id="267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  <p14:sldId id="257"/>
          </p14:sldIdLst>
        </p14:section>
        <p14:section name="Search for 3D Models" id="{6844172C-9703-4DC7-908A-C23538616A3C}">
          <p14:sldIdLst>
            <p14:sldId id="259"/>
          </p14:sldIdLst>
        </p14:section>
        <p14:section name="Insert a 3D Model from a File" id="{66737F24-1C36-4DF4-A00F-927A3F1468AC}">
          <p14:sldIdLst>
            <p14:sldId id="260"/>
          </p14:sldIdLst>
        </p14:section>
        <p14:section name="Position and Rotate Your 3D Model" id="{A08F0015-E7F5-4E26-BBAF-AEE4F9A16AD2}">
          <p14:sldIdLst>
            <p14:sldId id="261"/>
            <p14:sldId id="266"/>
            <p14:sldId id="265"/>
            <p14:sldId id="267"/>
            <p14:sldId id="262"/>
          </p14:sldIdLst>
        </p14:section>
        <p14:section name="Animate Your 3D Model" id="{B62868DA-F525-4AC5-9E3E-39ECA0154BBD}">
          <p14:sldIdLst>
            <p14:sldId id="263"/>
          </p14:sldIdLst>
        </p14:section>
        <p14:section name="Learn More" id="{62756D7E-964E-493A-83A1-13BC0B6B5E4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85" d="100"/>
          <a:sy n="85" d="100"/>
        </p:scale>
        <p:origin x="55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09600" y="87630"/>
            <a:ext cx="9144000" cy="1790700"/>
          </a:xfrm>
        </p:spPr>
        <p:txBody>
          <a:bodyPr/>
          <a:lstStyle/>
          <a:p>
            <a:r>
              <a:rPr lang="en-US" b="1" dirty="0"/>
              <a:t>RH SA1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0" y="1767840"/>
            <a:ext cx="9144000" cy="12890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Red hat System Administration 1</a:t>
            </a:r>
          </a:p>
          <a:p>
            <a:r>
              <a:rPr lang="en-US" dirty="0"/>
              <a:t>By: AYA ASHRAF</a:t>
            </a:r>
          </a:p>
          <a:p>
            <a:r>
              <a:rPr lang="en-US" dirty="0"/>
              <a:t>HPC SYSTEMS ENHINEER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8077762" y="5524500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u="sng" dirty="0"/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Overview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F48164-8875-A76E-FA92-0F2808C6CE05}"/>
              </a:ext>
            </a:extLst>
          </p:cNvPr>
          <p:cNvSpPr txBox="1"/>
          <p:nvPr/>
        </p:nvSpPr>
        <p:spPr>
          <a:xfrm>
            <a:off x="914399" y="1741062"/>
            <a:ext cx="10844464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Chapter 1:</a:t>
            </a: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 Operating System Fundamentals &amp; Linux Introduction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Chapter 2:</a:t>
            </a: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 Command Line Access &amp; Shell Basics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Chapter 3:</a:t>
            </a: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 File Management from Command Line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Chapter 4:</a:t>
            </a: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 Linux Help System &amp; Documentation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Chapter 5:</a:t>
            </a: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 Text File Creation &amp; Editing</a:t>
            </a:r>
          </a:p>
        </p:txBody>
      </p:sp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Linux Components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572B26-98AF-4AA8-9A0F-435FBBFB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604200" y="1985729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851C4E8-1EC2-4782-B31A-6F082712F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6452334" y="1985729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562A1-9A5C-632E-1D2E-2F4CB76E7879}"/>
              </a:ext>
            </a:extLst>
          </p:cNvPr>
          <p:cNvSpPr txBox="1"/>
          <p:nvPr/>
        </p:nvSpPr>
        <p:spPr>
          <a:xfrm>
            <a:off x="1061944" y="2051111"/>
            <a:ext cx="5547403" cy="3750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sz="2800" b="1" i="0" dirty="0">
                <a:solidFill>
                  <a:srgbClr val="2980B9"/>
                </a:solidFill>
                <a:effectLst/>
                <a:latin typeface="Segoe UI" panose="020B0502040204020203" pitchFamily="34" charset="0"/>
              </a:rPr>
              <a:t>🔧 Kernel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Core</a:t>
            </a: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 of the operating system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Manages hardware resources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Controls system processes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Handles memory management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Provides security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User cannot directly interact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40CB1-35EE-4427-DDA3-F673344B40BE}"/>
              </a:ext>
            </a:extLst>
          </p:cNvPr>
          <p:cNvSpPr txBox="1"/>
          <p:nvPr/>
        </p:nvSpPr>
        <p:spPr>
          <a:xfrm>
            <a:off x="6978316" y="2190648"/>
            <a:ext cx="6355618" cy="3331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sz="2400" b="1" i="0" dirty="0">
                <a:solidFill>
                  <a:srgbClr val="2980B9"/>
                </a:solidFill>
                <a:effectLst/>
                <a:latin typeface="Segoe UI" panose="020B0502040204020203" pitchFamily="34" charset="0"/>
              </a:rPr>
              <a:t>🖥️ Shell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Interface</a:t>
            </a:r>
            <a:r>
              <a:rPr lang="en-US" sz="24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 between user and kernel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Command interpreter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Accepts user commands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Translates commands for kernel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Examples: bash, </a:t>
            </a:r>
            <a:r>
              <a:rPr lang="en-US" sz="2400" b="0" i="0" dirty="0" err="1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zsh</a:t>
            </a:r>
            <a:r>
              <a:rPr lang="en-US" sz="24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US" sz="2400" b="0" i="0" dirty="0" err="1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csh</a:t>
            </a:r>
            <a:endParaRPr lang="en-US" sz="2400" b="0" i="0" dirty="0">
              <a:solidFill>
                <a:srgbClr val="555555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User's primary interaction point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77D472-9A62-17BF-4EBD-C9BBF81DF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5668861"/>
            <a:ext cx="596265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E622-B204-4BAA-A73B-2ED70B23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[options] [arguments]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2EBD4B-4478-E420-4BDF-DA482DF5B682}"/>
              </a:ext>
            </a:extLst>
          </p:cNvPr>
          <p:cNvSpPr txBox="1"/>
          <p:nvPr/>
        </p:nvSpPr>
        <p:spPr>
          <a:xfrm>
            <a:off x="838200" y="1674674"/>
            <a:ext cx="7594600" cy="445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• options change a behavior of command (optional)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</a:t>
            </a:r>
            <a:r>
              <a:rPr lang="en-US" sz="2400" dirty="0" err="1"/>
              <a:t>Argumentsare</a:t>
            </a:r>
            <a:r>
              <a:rPr lang="en-US" sz="2400" dirty="0"/>
              <a:t> files name or other information needed by the command. (optional)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Each item is separated by a space.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Separate commands with semicolon (;).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For documentation or help: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     • man command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     • command --help </a:t>
            </a:r>
          </a:p>
        </p:txBody>
      </p:sp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EDDAA5-B6E5-49F3-A495-94B7927A6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035175" y="4807119"/>
            <a:ext cx="833933" cy="1943095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64E18A3-5FE9-D03E-8F31-418D12DF4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82" y="939800"/>
            <a:ext cx="1103947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8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50316-8527-48CB-55BF-DAB5F5087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8682E2-0B51-E7E8-481B-D2C2643D3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035175" y="4807119"/>
            <a:ext cx="833933" cy="1943095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B85466E-5CD4-0FBD-82DF-341E8E86C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25" y="1097279"/>
            <a:ext cx="10977915" cy="385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37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B48A-6EF7-8DBB-B499-BB166D73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1D95AD-2C8B-D422-B6F1-516447F60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035175" y="4807119"/>
            <a:ext cx="833933" cy="1943095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D32A9-4CEC-B0FC-B6BD-486197FB2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85"/>
          <a:stretch>
            <a:fillRect/>
          </a:stretch>
        </p:blipFill>
        <p:spPr>
          <a:xfrm>
            <a:off x="351439" y="662368"/>
            <a:ext cx="11489122" cy="46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7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3ACC7-2399-475A-C6C2-BD4FB295D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EC7166-59C1-A54C-54DE-092DB8DE5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035175" y="4807119"/>
            <a:ext cx="833933" cy="1943095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D221F-76EC-AAC8-1FFE-32CDFF96A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" y="1505080"/>
            <a:ext cx="10728960" cy="1923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1B4E7C-AA7D-63C3-AA77-5295EB421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" y="3762384"/>
            <a:ext cx="10728960" cy="44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7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3C97-E356-4FF9-AED5-879B8F99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DD3928-9602-74F5-786C-92060C1096B3}"/>
              </a:ext>
            </a:extLst>
          </p:cNvPr>
          <p:cNvSpPr txBox="1"/>
          <p:nvPr/>
        </p:nvSpPr>
        <p:spPr>
          <a:xfrm>
            <a:off x="944880" y="1491963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Install CentOS /RHEL </a:t>
            </a:r>
          </a:p>
          <a:p>
            <a:r>
              <a:rPr lang="en-US" dirty="0"/>
              <a:t>2. What is the difference between cat, more and command? </a:t>
            </a:r>
          </a:p>
          <a:p>
            <a:r>
              <a:rPr lang="en-US" dirty="0">
                <a:solidFill>
                  <a:srgbClr val="FF0000"/>
                </a:solidFill>
              </a:rPr>
              <a:t>3. What is the difference between rm and </a:t>
            </a:r>
            <a:r>
              <a:rPr lang="en-US" dirty="0" err="1">
                <a:solidFill>
                  <a:srgbClr val="FF0000"/>
                </a:solidFill>
              </a:rPr>
              <a:t>rmdir</a:t>
            </a:r>
            <a:r>
              <a:rPr lang="en-US" dirty="0">
                <a:solidFill>
                  <a:srgbClr val="FF0000"/>
                </a:solidFill>
              </a:rPr>
              <a:t> using man? </a:t>
            </a:r>
          </a:p>
          <a:p>
            <a:r>
              <a:rPr lang="en-US" dirty="0"/>
              <a:t>4. Create the following hierarchy under your home directory: </a:t>
            </a:r>
          </a:p>
          <a:p>
            <a:r>
              <a:rPr lang="en-US" dirty="0"/>
              <a:t>a) Remove dir11 in one-step. What did you notice? And how </a:t>
            </a:r>
          </a:p>
          <a:p>
            <a:r>
              <a:rPr lang="en-US" dirty="0"/>
              <a:t>did you overcome that? </a:t>
            </a:r>
          </a:p>
          <a:p>
            <a:r>
              <a:rPr lang="en-US" dirty="0"/>
              <a:t>b) Then remove dir12 using </a:t>
            </a:r>
            <a:r>
              <a:rPr lang="en-US" dirty="0" err="1"/>
              <a:t>rmdir</a:t>
            </a:r>
            <a:r>
              <a:rPr lang="en-US" dirty="0"/>
              <a:t>–p command. State what </a:t>
            </a:r>
          </a:p>
          <a:p>
            <a:r>
              <a:rPr lang="en-US" dirty="0"/>
              <a:t>happened to the hierarchy (Note: you are in your home </a:t>
            </a:r>
          </a:p>
          <a:p>
            <a:r>
              <a:rPr lang="en-US" dirty="0"/>
              <a:t>directory).</a:t>
            </a:r>
          </a:p>
          <a:p>
            <a:r>
              <a:rPr lang="en-US" dirty="0"/>
              <a:t>c) The output of the command </a:t>
            </a:r>
            <a:r>
              <a:rPr lang="en-US" dirty="0" err="1"/>
              <a:t>pwdwas</a:t>
            </a:r>
            <a:r>
              <a:rPr lang="en-US" dirty="0"/>
              <a:t> /home/user. Write </a:t>
            </a:r>
          </a:p>
          <a:p>
            <a:r>
              <a:rPr lang="en-US" dirty="0"/>
              <a:t>the absolute and relative path for the file </a:t>
            </a:r>
            <a:r>
              <a:rPr lang="en-US" dirty="0" err="1"/>
              <a:t>mycv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66828E0-34CE-EA4A-7127-CDF44372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782" y="1808480"/>
            <a:ext cx="32670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FD4D-5161-46CF-8E5C-B36508F3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EDD82-61ED-0FB1-8C36-2BBACC7E76E5}"/>
              </a:ext>
            </a:extLst>
          </p:cNvPr>
          <p:cNvSpPr txBox="1"/>
          <p:nvPr/>
        </p:nvSpPr>
        <p:spPr>
          <a:xfrm>
            <a:off x="833120" y="1539578"/>
            <a:ext cx="10068560" cy="445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5. Copy the /</a:t>
            </a:r>
            <a:r>
              <a:rPr lang="en-US" sz="2400" dirty="0" err="1">
                <a:solidFill>
                  <a:srgbClr val="FF0000"/>
                </a:solidFill>
              </a:rPr>
              <a:t>etc</a:t>
            </a:r>
            <a:r>
              <a:rPr lang="en-US" sz="2400" dirty="0">
                <a:solidFill>
                  <a:srgbClr val="FF0000"/>
                </a:solidFill>
              </a:rPr>
              <a:t>/passwd file to your home directory making its name is </a:t>
            </a:r>
            <a:r>
              <a:rPr lang="en-US" sz="2400" dirty="0" err="1">
                <a:solidFill>
                  <a:srgbClr val="FF0000"/>
                </a:solidFill>
              </a:rPr>
              <a:t>mypasswd</a:t>
            </a:r>
            <a:r>
              <a:rPr lang="en-US" sz="2400" dirty="0">
                <a:solidFill>
                  <a:srgbClr val="FF0000"/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6. Rename this new file to be </a:t>
            </a:r>
            <a:r>
              <a:rPr lang="en-US" sz="2400" dirty="0" err="1">
                <a:solidFill>
                  <a:srgbClr val="FF0000"/>
                </a:solidFill>
              </a:rPr>
              <a:t>oldpasswd</a:t>
            </a:r>
            <a:r>
              <a:rPr lang="en-US" sz="2400" dirty="0">
                <a:solidFill>
                  <a:srgbClr val="FF0000"/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7. You are in /</a:t>
            </a:r>
            <a:r>
              <a:rPr lang="en-US" sz="2400" dirty="0" err="1"/>
              <a:t>usr</a:t>
            </a:r>
            <a:r>
              <a:rPr lang="en-US" sz="2400" dirty="0"/>
              <a:t>/bin, list four ways to go to your home directory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8. List Linux commands in /</a:t>
            </a:r>
            <a:r>
              <a:rPr lang="en-US" sz="2400" dirty="0" err="1"/>
              <a:t>usr</a:t>
            </a:r>
            <a:r>
              <a:rPr lang="en-US" sz="2400" dirty="0"/>
              <a:t>/bin that start with letter w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9. Display the first 4 lines of /</a:t>
            </a:r>
            <a:r>
              <a:rPr lang="en-US" sz="2400" dirty="0" err="1"/>
              <a:t>etc</a:t>
            </a:r>
            <a:r>
              <a:rPr lang="en-US" sz="2400" dirty="0"/>
              <a:t>/passwd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10. Display the last 7 lines of /</a:t>
            </a:r>
            <a:r>
              <a:rPr lang="en-US" sz="2400" dirty="0" err="1"/>
              <a:t>etc</a:t>
            </a:r>
            <a:r>
              <a:rPr lang="en-US" sz="2400" dirty="0"/>
              <a:t>/passwd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11 . Display the man page of the passwd file.</a:t>
            </a:r>
          </a:p>
        </p:txBody>
      </p:sp>
    </p:spTree>
    <p:extLst>
      <p:ext uri="{BB962C8B-B14F-4D97-AF65-F5344CB8AC3E}">
        <p14:creationId xmlns:p14="http://schemas.microsoft.com/office/powerpoint/2010/main" val="1249102131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{72623759-3BA4-4F7F-8803-DF6EA9CFCE50}TF1b6f9bfa-769c-4e44-b3db-2615999da08e4eb5ee7a_win32-a6c35a7f46f2</Template>
  <TotalTime>332</TotalTime>
  <Words>394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Segoe UI Semibold</vt:lpstr>
      <vt:lpstr>Get Started with 3D</vt:lpstr>
      <vt:lpstr>RH SA1 </vt:lpstr>
      <vt:lpstr>Course Overview</vt:lpstr>
      <vt:lpstr>Linux Components</vt:lpstr>
      <vt:lpstr>command [options] [arguments]</vt:lpstr>
      <vt:lpstr>PowerPoint Presentation</vt:lpstr>
      <vt:lpstr>PowerPoint Presentation</vt:lpstr>
      <vt:lpstr>PowerPoint Presentation</vt:lpstr>
      <vt:lpstr>PowerPoint Presentation</vt:lpstr>
      <vt:lpstr>LAB 1</vt:lpstr>
      <vt:lpstr>LAB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 SA1 </dc:title>
  <dc:creator>Aya Ashraf</dc:creator>
  <cp:lastModifiedBy>mina Shafik</cp:lastModifiedBy>
  <cp:revision>3</cp:revision>
  <dcterms:created xsi:type="dcterms:W3CDTF">2025-07-05T13:14:00Z</dcterms:created>
  <dcterms:modified xsi:type="dcterms:W3CDTF">2026-03-05T23:44:27Z</dcterms:modified>
</cp:coreProperties>
</file>